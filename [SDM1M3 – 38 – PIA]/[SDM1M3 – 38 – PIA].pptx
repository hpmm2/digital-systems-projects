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68" r:id="rId4"/>
    <p:sldId id="267" r:id="rId5"/>
    <p:sldId id="266" r:id="rId6"/>
    <p:sldId id="257" r:id="rId7"/>
    <p:sldId id="261" r:id="rId8"/>
    <p:sldId id="259" r:id="rId9"/>
    <p:sldId id="260" r:id="rId10"/>
    <p:sldId id="264" r:id="rId11"/>
    <p:sldId id="262" r:id="rId12"/>
    <p:sldId id="258" r:id="rId13"/>
    <p:sldId id="265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Nunito" pitchFamily="2" charset="0"/>
      <p:regular r:id="rId24"/>
      <p:bold r:id="rId25"/>
      <p:italic r:id="rId26"/>
      <p:boldItalic r:id="rId27"/>
    </p:embeddedFont>
    <p:embeddedFont>
      <p:font typeface="Walter Turncoat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FB9461-E5AC-47F8-8AA6-5BF79E793501}">
  <a:tblStyle styleId="{9DFB9461-E5AC-47F8-8AA6-5BF79E7935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96B3EC-8770-4C4F-981F-48A8244F3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6608" y="152400"/>
            <a:ext cx="597861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23325" y="793100"/>
            <a:ext cx="4497300" cy="35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408764" y="2591125"/>
            <a:ext cx="1690607" cy="2184456"/>
            <a:chOff x="7408764" y="2591125"/>
            <a:chExt cx="1690607" cy="2184456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7995213" y="4383200"/>
              <a:ext cx="593753" cy="392380"/>
              <a:chOff x="7995213" y="4383200"/>
              <a:chExt cx="593753" cy="39238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5213" y="4383200"/>
                <a:ext cx="131637" cy="39238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" name="Google Shape;15;p2"/>
              <p:cNvSpPr/>
              <p:nvPr/>
            </p:nvSpPr>
            <p:spPr>
              <a:xfrm flipH="1">
                <a:off x="8457328" y="4383200"/>
                <a:ext cx="131637" cy="39238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6" name="Google Shape;16;p2"/>
            <p:cNvSpPr/>
            <p:nvPr/>
          </p:nvSpPr>
          <p:spPr>
            <a:xfrm rot="1286208">
              <a:off x="8683842" y="4116954"/>
              <a:ext cx="383408" cy="248348"/>
            </a:xfrm>
            <a:custGeom>
              <a:avLst/>
              <a:gdLst/>
              <a:ahLst/>
              <a:cxnLst/>
              <a:rect l="l" t="t" r="r" b="b"/>
              <a:pathLst>
                <a:path w="25146" h="16288" extrusionOk="0">
                  <a:moveTo>
                    <a:pt x="0" y="0"/>
                  </a:moveTo>
                  <a:cubicBezTo>
                    <a:pt x="9272" y="3711"/>
                    <a:pt x="18751" y="8617"/>
                    <a:pt x="25146" y="16288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Google Shape;17;p2"/>
            <p:cNvSpPr/>
            <p:nvPr/>
          </p:nvSpPr>
          <p:spPr>
            <a:xfrm rot="7382472">
              <a:off x="7425676" y="4045949"/>
              <a:ext cx="383364" cy="248319"/>
            </a:xfrm>
            <a:custGeom>
              <a:avLst/>
              <a:gdLst/>
              <a:ahLst/>
              <a:cxnLst/>
              <a:rect l="l" t="t" r="r" b="b"/>
              <a:pathLst>
                <a:path w="25146" h="16288" extrusionOk="0">
                  <a:moveTo>
                    <a:pt x="0" y="0"/>
                  </a:moveTo>
                  <a:cubicBezTo>
                    <a:pt x="9272" y="3711"/>
                    <a:pt x="18751" y="8617"/>
                    <a:pt x="25146" y="16288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8" name="Google Shape;18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16146" y="2591125"/>
              <a:ext cx="1151884" cy="188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/>
            <p:nvPr/>
          </p:nvSpPr>
          <p:spPr>
            <a:xfrm>
              <a:off x="8291550" y="3767976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02284" y="3780499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2699884">
              <a:off x="7991638" y="3650470"/>
              <a:ext cx="524796" cy="584716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2" name="Google Shape;22;p2"/>
          <p:cNvGrpSpPr/>
          <p:nvPr/>
        </p:nvGrpSpPr>
        <p:grpSpPr>
          <a:xfrm>
            <a:off x="174105" y="3016343"/>
            <a:ext cx="1561058" cy="1763848"/>
            <a:chOff x="174105" y="3016343"/>
            <a:chExt cx="1561058" cy="1763848"/>
          </a:xfrm>
        </p:grpSpPr>
        <p:grpSp>
          <p:nvGrpSpPr>
            <p:cNvPr id="23" name="Google Shape;23;p2"/>
            <p:cNvGrpSpPr/>
            <p:nvPr/>
          </p:nvGrpSpPr>
          <p:grpSpPr>
            <a:xfrm>
              <a:off x="878674" y="4387822"/>
              <a:ext cx="477532" cy="392369"/>
              <a:chOff x="3019540" y="1608452"/>
              <a:chExt cx="440488" cy="361931"/>
            </a:xfrm>
          </p:grpSpPr>
          <p:sp>
            <p:nvSpPr>
              <p:cNvPr id="24" name="Google Shape;24;p2"/>
              <p:cNvSpPr/>
              <p:nvPr/>
            </p:nvSpPr>
            <p:spPr>
              <a:xfrm flipH="1">
                <a:off x="3338602" y="1608452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" name="Google Shape;25;p2"/>
              <p:cNvSpPr/>
              <p:nvPr/>
            </p:nvSpPr>
            <p:spPr>
              <a:xfrm flipH="1">
                <a:off x="3019540" y="1608452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26" name="Google Shape;2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327482" y="3016343"/>
              <a:ext cx="1407681" cy="1459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2"/>
            <p:cNvSpPr/>
            <p:nvPr/>
          </p:nvSpPr>
          <p:spPr>
            <a:xfrm rot="-10145659">
              <a:off x="200227" y="3936639"/>
              <a:ext cx="271074" cy="302024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Google Shape;28;p2"/>
            <p:cNvSpPr/>
            <p:nvPr/>
          </p:nvSpPr>
          <p:spPr>
            <a:xfrm flipH="1">
              <a:off x="1077809" y="3443397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1394530" y="3418598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7423694" y="2798737"/>
            <a:ext cx="1617944" cy="1829054"/>
            <a:chOff x="7423694" y="2798737"/>
            <a:chExt cx="1617944" cy="1829054"/>
          </a:xfrm>
        </p:grpSpPr>
        <p:grpSp>
          <p:nvGrpSpPr>
            <p:cNvPr id="32" name="Google Shape;32;p3"/>
            <p:cNvGrpSpPr/>
            <p:nvPr/>
          </p:nvGrpSpPr>
          <p:grpSpPr>
            <a:xfrm flipH="1">
              <a:off x="7859537" y="4235422"/>
              <a:ext cx="477532" cy="392369"/>
              <a:chOff x="3019540" y="1608452"/>
              <a:chExt cx="440488" cy="361931"/>
            </a:xfrm>
          </p:grpSpPr>
          <p:sp>
            <p:nvSpPr>
              <p:cNvPr id="33" name="Google Shape;33;p3"/>
              <p:cNvSpPr/>
              <p:nvPr/>
            </p:nvSpPr>
            <p:spPr>
              <a:xfrm flipH="1">
                <a:off x="3338602" y="1608452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" name="Google Shape;34;p3"/>
              <p:cNvSpPr/>
              <p:nvPr/>
            </p:nvSpPr>
            <p:spPr>
              <a:xfrm flipH="1">
                <a:off x="3019540" y="1608452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35" name="Google Shape;35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423694" y="2798737"/>
              <a:ext cx="1541746" cy="1505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3"/>
            <p:cNvSpPr/>
            <p:nvPr/>
          </p:nvSpPr>
          <p:spPr>
            <a:xfrm rot="10145659" flipH="1">
              <a:off x="8744442" y="3784239"/>
              <a:ext cx="271074" cy="302024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" name="Google Shape;37;p3"/>
            <p:cNvSpPr/>
            <p:nvPr/>
          </p:nvSpPr>
          <p:spPr>
            <a:xfrm>
              <a:off x="8145101" y="3519597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846505" y="3494798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3"/>
          <p:cNvGrpSpPr/>
          <p:nvPr/>
        </p:nvGrpSpPr>
        <p:grpSpPr>
          <a:xfrm>
            <a:off x="234989" y="2839988"/>
            <a:ext cx="1635537" cy="1783192"/>
            <a:chOff x="234989" y="2839988"/>
            <a:chExt cx="1635537" cy="1783192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782412" y="4230800"/>
              <a:ext cx="593753" cy="392380"/>
              <a:chOff x="7919013" y="4383200"/>
              <a:chExt cx="593753" cy="39238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7919013" y="4383200"/>
                <a:ext cx="131637" cy="39238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" name="Google Shape;42;p3"/>
              <p:cNvSpPr/>
              <p:nvPr/>
            </p:nvSpPr>
            <p:spPr>
              <a:xfrm flipH="1">
                <a:off x="8381128" y="4383200"/>
                <a:ext cx="131637" cy="39238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" name="Google Shape;43;p3"/>
            <p:cNvSpPr/>
            <p:nvPr/>
          </p:nvSpPr>
          <p:spPr>
            <a:xfrm rot="-8639560">
              <a:off x="305426" y="3422808"/>
              <a:ext cx="383356" cy="248314"/>
            </a:xfrm>
            <a:custGeom>
              <a:avLst/>
              <a:gdLst/>
              <a:ahLst/>
              <a:cxnLst/>
              <a:rect l="l" t="t" r="r" b="b"/>
              <a:pathLst>
                <a:path w="25146" h="16288" extrusionOk="0">
                  <a:moveTo>
                    <a:pt x="0" y="0"/>
                  </a:moveTo>
                  <a:cubicBezTo>
                    <a:pt x="9272" y="3711"/>
                    <a:pt x="18751" y="8617"/>
                    <a:pt x="25146" y="16288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" name="Google Shape;44;p3"/>
            <p:cNvSpPr/>
            <p:nvPr/>
          </p:nvSpPr>
          <p:spPr>
            <a:xfrm rot="8639560" flipH="1">
              <a:off x="1450801" y="3422808"/>
              <a:ext cx="383356" cy="248314"/>
            </a:xfrm>
            <a:custGeom>
              <a:avLst/>
              <a:gdLst/>
              <a:ahLst/>
              <a:cxnLst/>
              <a:rect l="l" t="t" r="r" b="b"/>
              <a:pathLst>
                <a:path w="25146" h="16288" extrusionOk="0">
                  <a:moveTo>
                    <a:pt x="0" y="0"/>
                  </a:moveTo>
                  <a:cubicBezTo>
                    <a:pt x="9272" y="3711"/>
                    <a:pt x="18751" y="8617"/>
                    <a:pt x="25146" y="16288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45" name="Google Shape;4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4989" y="2839988"/>
              <a:ext cx="1598465" cy="14644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3"/>
            <p:cNvSpPr/>
            <p:nvPr/>
          </p:nvSpPr>
          <p:spPr>
            <a:xfrm>
              <a:off x="1154950" y="3615576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65684" y="3628099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937638" y="3714775"/>
              <a:ext cx="264300" cy="264300"/>
            </a:xfrm>
            <a:prstGeom prst="pie">
              <a:avLst>
                <a:gd name="adj1" fmla="val 0"/>
                <a:gd name="adj2" fmla="val 1085293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" name="Google Shape;4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608" y="152400"/>
            <a:ext cx="597861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 txBox="1">
            <a:spLocks noGrp="1"/>
          </p:cNvSpPr>
          <p:nvPr>
            <p:ph type="ctrTitle"/>
          </p:nvPr>
        </p:nvSpPr>
        <p:spPr>
          <a:xfrm>
            <a:off x="2332650" y="1867225"/>
            <a:ext cx="4478700" cy="10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subTitle" idx="1"/>
          </p:nvPr>
        </p:nvSpPr>
        <p:spPr>
          <a:xfrm>
            <a:off x="2332650" y="2971775"/>
            <a:ext cx="4478700" cy="30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24513" y="275719"/>
            <a:ext cx="4757423" cy="45519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1821650" y="1014450"/>
            <a:ext cx="3672000" cy="311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556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➜"/>
              <a:defRPr i="1">
                <a:solidFill>
                  <a:schemeClr val="dk1"/>
                </a:solidFill>
              </a:defRPr>
            </a:lvl1pPr>
            <a:lvl2pPr marL="914400" lvl="1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i="1">
                <a:solidFill>
                  <a:schemeClr val="dk1"/>
                </a:solidFill>
              </a:defRPr>
            </a:lvl2pPr>
            <a:lvl3pPr marL="1371600" lvl="2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i="1">
                <a:solidFill>
                  <a:schemeClr val="dk1"/>
                </a:solidFill>
              </a:defRPr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i="1">
                <a:solidFill>
                  <a:schemeClr val="dk1"/>
                </a:solidFill>
              </a:defRPr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i="1">
                <a:solidFill>
                  <a:schemeClr val="dk1"/>
                </a:solidFill>
              </a:defRPr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i="1">
                <a:solidFill>
                  <a:schemeClr val="dk1"/>
                </a:solidFill>
              </a:defRPr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i="1">
                <a:solidFill>
                  <a:schemeClr val="dk1"/>
                </a:solidFill>
              </a:defRPr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i="1">
                <a:solidFill>
                  <a:schemeClr val="dk1"/>
                </a:solidFill>
              </a:defRPr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Char char="■"/>
              <a:defRPr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2679000" y="2757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sz="96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56" name="Google Shape;56;p4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6077345" y="2421525"/>
            <a:ext cx="1652587" cy="2191979"/>
            <a:chOff x="6077345" y="2421525"/>
            <a:chExt cx="1652587" cy="2191979"/>
          </a:xfrm>
        </p:grpSpPr>
        <p:sp>
          <p:nvSpPr>
            <p:cNvPr id="58" name="Google Shape;58;p4"/>
            <p:cNvSpPr/>
            <p:nvPr/>
          </p:nvSpPr>
          <p:spPr>
            <a:xfrm rot="-9402089">
              <a:off x="6110823" y="3129898"/>
              <a:ext cx="383368" cy="248322"/>
            </a:xfrm>
            <a:custGeom>
              <a:avLst/>
              <a:gdLst/>
              <a:ahLst/>
              <a:cxnLst/>
              <a:rect l="l" t="t" r="r" b="b"/>
              <a:pathLst>
                <a:path w="25146" h="16288" extrusionOk="0">
                  <a:moveTo>
                    <a:pt x="0" y="0"/>
                  </a:moveTo>
                  <a:cubicBezTo>
                    <a:pt x="9272" y="3711"/>
                    <a:pt x="18751" y="8617"/>
                    <a:pt x="25146" y="16288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9" name="Google Shape;59;p4"/>
            <p:cNvGrpSpPr/>
            <p:nvPr/>
          </p:nvGrpSpPr>
          <p:grpSpPr>
            <a:xfrm flipH="1">
              <a:off x="6683849" y="4221134"/>
              <a:ext cx="477532" cy="392369"/>
              <a:chOff x="4104022" y="1595273"/>
              <a:chExt cx="440488" cy="361931"/>
            </a:xfrm>
          </p:grpSpPr>
          <p:sp>
            <p:nvSpPr>
              <p:cNvPr id="60" name="Google Shape;60;p4"/>
              <p:cNvSpPr/>
              <p:nvPr/>
            </p:nvSpPr>
            <p:spPr>
              <a:xfrm flipH="1">
                <a:off x="4423085" y="1595273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" name="Google Shape;61;p4"/>
              <p:cNvSpPr/>
              <p:nvPr/>
            </p:nvSpPr>
            <p:spPr>
              <a:xfrm flipH="1">
                <a:off x="4104022" y="1595273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62" name="Google Shape;6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46671" y="2421525"/>
              <a:ext cx="1151884" cy="188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4"/>
            <p:cNvSpPr/>
            <p:nvPr/>
          </p:nvSpPr>
          <p:spPr>
            <a:xfrm rot="10145659" flipH="1">
              <a:off x="7432735" y="3653264"/>
              <a:ext cx="271074" cy="302024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" name="Google Shape;64;p4"/>
            <p:cNvSpPr/>
            <p:nvPr/>
          </p:nvSpPr>
          <p:spPr>
            <a:xfrm>
              <a:off x="6833395" y="3388622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534799" y="3363823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795" y="152400"/>
            <a:ext cx="729374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>
            <a:spLocks noGrp="1"/>
          </p:cNvSpPr>
          <p:nvPr>
            <p:ph type="title"/>
          </p:nvPr>
        </p:nvSpPr>
        <p:spPr>
          <a:xfrm>
            <a:off x="548125" y="593125"/>
            <a:ext cx="61671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1"/>
          </p:nvPr>
        </p:nvSpPr>
        <p:spPr>
          <a:xfrm>
            <a:off x="548125" y="1271600"/>
            <a:ext cx="6167100" cy="3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➜"/>
              <a:defRPr/>
            </a:lvl1pPr>
            <a:lvl2pPr marL="914400" lvl="1" indent="-381000" rtl="0">
              <a:spcBef>
                <a:spcPts val="800"/>
              </a:spcBef>
              <a:spcAft>
                <a:spcPts val="0"/>
              </a:spcAft>
              <a:buSzPts val="2400"/>
              <a:buChar char="-"/>
              <a:defRPr/>
            </a:lvl2pPr>
            <a:lvl3pPr marL="1371600" lvl="2" indent="-381000" rtl="0">
              <a:spcBef>
                <a:spcPts val="800"/>
              </a:spcBef>
              <a:spcAft>
                <a:spcPts val="0"/>
              </a:spcAft>
              <a:buSzPts val="2400"/>
              <a:buChar char="-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-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-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-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71" name="Google Shape;71;p5"/>
          <p:cNvGrpSpPr/>
          <p:nvPr/>
        </p:nvGrpSpPr>
        <p:grpSpPr>
          <a:xfrm>
            <a:off x="7351600" y="2783674"/>
            <a:ext cx="1613838" cy="1779823"/>
            <a:chOff x="7351600" y="2783674"/>
            <a:chExt cx="1613838" cy="1779823"/>
          </a:xfrm>
        </p:grpSpPr>
        <p:grpSp>
          <p:nvGrpSpPr>
            <p:cNvPr id="72" name="Google Shape;72;p5"/>
            <p:cNvGrpSpPr/>
            <p:nvPr/>
          </p:nvGrpSpPr>
          <p:grpSpPr>
            <a:xfrm flipH="1">
              <a:off x="7859537" y="4171128"/>
              <a:ext cx="477532" cy="392369"/>
              <a:chOff x="3019540" y="1549146"/>
              <a:chExt cx="440488" cy="361931"/>
            </a:xfrm>
          </p:grpSpPr>
          <p:sp>
            <p:nvSpPr>
              <p:cNvPr id="73" name="Google Shape;73;p5"/>
              <p:cNvSpPr/>
              <p:nvPr/>
            </p:nvSpPr>
            <p:spPr>
              <a:xfrm flipH="1">
                <a:off x="3338602" y="1549146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" name="Google Shape;74;p5"/>
              <p:cNvSpPr/>
              <p:nvPr/>
            </p:nvSpPr>
            <p:spPr>
              <a:xfrm flipH="1">
                <a:off x="3019540" y="1549146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75" name="Google Shape;75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51600" y="2783674"/>
              <a:ext cx="1457782" cy="1483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5"/>
            <p:cNvSpPr/>
            <p:nvPr/>
          </p:nvSpPr>
          <p:spPr>
            <a:xfrm rot="10145659" flipH="1">
              <a:off x="8668242" y="3860439"/>
              <a:ext cx="271074" cy="302024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" name="Google Shape;77;p5"/>
            <p:cNvSpPr/>
            <p:nvPr/>
          </p:nvSpPr>
          <p:spPr>
            <a:xfrm>
              <a:off x="8068901" y="3595797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770305" y="3570998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3063" y="885825"/>
            <a:ext cx="3603500" cy="373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7438" y="1314450"/>
            <a:ext cx="3603500" cy="35385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>
            <a:spLocks noGrp="1"/>
          </p:cNvSpPr>
          <p:nvPr>
            <p:ph type="title"/>
          </p:nvPr>
        </p:nvSpPr>
        <p:spPr>
          <a:xfrm>
            <a:off x="1488450" y="243075"/>
            <a:ext cx="61671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1693075" y="1618400"/>
            <a:ext cx="2509800" cy="28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➜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body" idx="2"/>
          </p:nvPr>
        </p:nvSpPr>
        <p:spPr>
          <a:xfrm>
            <a:off x="4939924" y="1313600"/>
            <a:ext cx="2509800" cy="28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➜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-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>
            <a:off x="7863411" y="2967400"/>
            <a:ext cx="1420590" cy="1275975"/>
            <a:chOff x="7863411" y="2967400"/>
            <a:chExt cx="1420590" cy="1275975"/>
          </a:xfrm>
        </p:grpSpPr>
        <p:grpSp>
          <p:nvGrpSpPr>
            <p:cNvPr id="87" name="Google Shape;87;p6"/>
            <p:cNvGrpSpPr/>
            <p:nvPr/>
          </p:nvGrpSpPr>
          <p:grpSpPr>
            <a:xfrm>
              <a:off x="8277250" y="3881444"/>
              <a:ext cx="440488" cy="361931"/>
              <a:chOff x="8277250" y="3881444"/>
              <a:chExt cx="440488" cy="36193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8277250" y="3881444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" name="Google Shape;89;p6"/>
              <p:cNvSpPr/>
              <p:nvPr/>
            </p:nvSpPr>
            <p:spPr>
              <a:xfrm>
                <a:off x="8596313" y="3881444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90" name="Google Shape;9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11" y="2967400"/>
              <a:ext cx="1420590" cy="9824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6"/>
            <p:cNvSpPr/>
            <p:nvPr/>
          </p:nvSpPr>
          <p:spPr>
            <a:xfrm>
              <a:off x="8535376" y="3335872"/>
              <a:ext cx="145233" cy="145740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236780" y="3311073"/>
              <a:ext cx="127108" cy="13197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6"/>
          <p:cNvGrpSpPr/>
          <p:nvPr/>
        </p:nvGrpSpPr>
        <p:grpSpPr>
          <a:xfrm>
            <a:off x="-207150" y="2962110"/>
            <a:ext cx="1286833" cy="1586084"/>
            <a:chOff x="-207150" y="2962110"/>
            <a:chExt cx="1286833" cy="1586084"/>
          </a:xfrm>
        </p:grpSpPr>
        <p:grpSp>
          <p:nvGrpSpPr>
            <p:cNvPr id="94" name="Google Shape;94;p6"/>
            <p:cNvGrpSpPr/>
            <p:nvPr/>
          </p:nvGrpSpPr>
          <p:grpSpPr>
            <a:xfrm>
              <a:off x="120475" y="4186263"/>
              <a:ext cx="547675" cy="361931"/>
              <a:chOff x="120475" y="4186263"/>
              <a:chExt cx="547675" cy="361931"/>
            </a:xfrm>
          </p:grpSpPr>
          <p:sp>
            <p:nvSpPr>
              <p:cNvPr id="95" name="Google Shape;95;p6"/>
              <p:cNvSpPr/>
              <p:nvPr/>
            </p:nvSpPr>
            <p:spPr>
              <a:xfrm>
                <a:off x="120475" y="4186263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" name="Google Shape;96;p6"/>
              <p:cNvSpPr/>
              <p:nvPr/>
            </p:nvSpPr>
            <p:spPr>
              <a:xfrm flipH="1">
                <a:off x="546725" y="4186263"/>
                <a:ext cx="121425" cy="361931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13716" extrusionOk="0">
                    <a:moveTo>
                      <a:pt x="4857" y="0"/>
                    </a:moveTo>
                    <a:lnTo>
                      <a:pt x="1714" y="6858"/>
                    </a:lnTo>
                    <a:lnTo>
                      <a:pt x="4857" y="13716"/>
                    </a:lnTo>
                    <a:lnTo>
                      <a:pt x="0" y="13716"/>
                    </a:lnTo>
                  </a:path>
                </a:pathLst>
              </a:custGeom>
              <a:noFill/>
              <a:ln w="3810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97" name="Google Shape;97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07150" y="2962110"/>
              <a:ext cx="1286833" cy="13052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6"/>
            <p:cNvSpPr/>
            <p:nvPr/>
          </p:nvSpPr>
          <p:spPr>
            <a:xfrm rot="10576116">
              <a:off x="213730" y="3649426"/>
              <a:ext cx="145541" cy="14604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 rot="10598995">
              <a:off x="532326" y="3669443"/>
              <a:ext cx="127326" cy="132204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 rot="2878168">
              <a:off x="140003" y="3477827"/>
              <a:ext cx="592515" cy="660127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795" y="152400"/>
            <a:ext cx="729374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548125" y="593125"/>
            <a:ext cx="61671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548125" y="1271600"/>
            <a:ext cx="1921200" cy="330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➜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2"/>
          </p:nvPr>
        </p:nvSpPr>
        <p:spPr>
          <a:xfrm>
            <a:off x="2671075" y="1271600"/>
            <a:ext cx="1921200" cy="330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➜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3"/>
          </p:nvPr>
        </p:nvSpPr>
        <p:spPr>
          <a:xfrm>
            <a:off x="4794026" y="1271600"/>
            <a:ext cx="1921200" cy="330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➜"/>
              <a:defRPr sz="1800"/>
            </a:lvl1pPr>
            <a:lvl2pPr marL="914400" lvl="1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2pPr>
            <a:lvl3pPr marL="1371600" lvl="2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-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grpSp>
        <p:nvGrpSpPr>
          <p:cNvPr id="108" name="Google Shape;108;p7"/>
          <p:cNvGrpSpPr/>
          <p:nvPr/>
        </p:nvGrpSpPr>
        <p:grpSpPr>
          <a:xfrm>
            <a:off x="7403272" y="2876096"/>
            <a:ext cx="1631625" cy="1782785"/>
            <a:chOff x="7403272" y="2876096"/>
            <a:chExt cx="1631625" cy="1782785"/>
          </a:xfrm>
        </p:grpSpPr>
        <p:sp>
          <p:nvSpPr>
            <p:cNvPr id="109" name="Google Shape;109;p7"/>
            <p:cNvSpPr/>
            <p:nvPr/>
          </p:nvSpPr>
          <p:spPr>
            <a:xfrm rot="5652216" flipH="1">
              <a:off x="7426337" y="4025462"/>
              <a:ext cx="250048" cy="278597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" name="Google Shape;110;p7"/>
            <p:cNvSpPr/>
            <p:nvPr/>
          </p:nvSpPr>
          <p:spPr>
            <a:xfrm rot="682371">
              <a:off x="8759823" y="3818276"/>
              <a:ext cx="250059" cy="278610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" name="Google Shape;111;p7"/>
            <p:cNvSpPr/>
            <p:nvPr/>
          </p:nvSpPr>
          <p:spPr>
            <a:xfrm>
              <a:off x="7919513" y="4266500"/>
              <a:ext cx="131637" cy="392380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" name="Google Shape;112;p7"/>
            <p:cNvSpPr/>
            <p:nvPr/>
          </p:nvSpPr>
          <p:spPr>
            <a:xfrm flipH="1">
              <a:off x="8381628" y="4266500"/>
              <a:ext cx="131637" cy="392380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13" name="Google Shape;113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45529" y="2876096"/>
              <a:ext cx="1541746" cy="1505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7"/>
            <p:cNvSpPr/>
            <p:nvPr/>
          </p:nvSpPr>
          <p:spPr>
            <a:xfrm rot="-372207">
              <a:off x="8259436" y="3705061"/>
              <a:ext cx="146088" cy="146598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 rot="-335960">
              <a:off x="7958498" y="3711971"/>
              <a:ext cx="127095" cy="131964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101006" y="3969538"/>
              <a:ext cx="139200" cy="2073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329788" y="4081200"/>
            <a:ext cx="8484419" cy="1041759"/>
            <a:chOff x="329788" y="4081200"/>
            <a:chExt cx="8484419" cy="1041759"/>
          </a:xfrm>
        </p:grpSpPr>
        <p:sp>
          <p:nvSpPr>
            <p:cNvPr id="161" name="Google Shape;161;p11"/>
            <p:cNvSpPr/>
            <p:nvPr/>
          </p:nvSpPr>
          <p:spPr>
            <a:xfrm flipH="1">
              <a:off x="2483177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2" name="Google Shape;162;p11"/>
            <p:cNvSpPr/>
            <p:nvPr/>
          </p:nvSpPr>
          <p:spPr>
            <a:xfrm flipH="1">
              <a:off x="2290603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" name="Google Shape;163;p11"/>
            <p:cNvSpPr/>
            <p:nvPr/>
          </p:nvSpPr>
          <p:spPr>
            <a:xfrm>
              <a:off x="501300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" name="Google Shape;164;p11"/>
            <p:cNvSpPr/>
            <p:nvPr/>
          </p:nvSpPr>
          <p:spPr>
            <a:xfrm flipH="1">
              <a:off x="758564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" name="Google Shape;165;p11"/>
            <p:cNvSpPr/>
            <p:nvPr/>
          </p:nvSpPr>
          <p:spPr>
            <a:xfrm>
              <a:off x="1274015" y="4925729"/>
              <a:ext cx="168163" cy="181080"/>
            </a:xfrm>
            <a:custGeom>
              <a:avLst/>
              <a:gdLst/>
              <a:ahLst/>
              <a:cxnLst/>
              <a:rect l="l" t="t" r="r" b="b"/>
              <a:pathLst>
                <a:path w="11144" h="12002" extrusionOk="0">
                  <a:moveTo>
                    <a:pt x="11144" y="0"/>
                  </a:moveTo>
                  <a:lnTo>
                    <a:pt x="3429" y="12002"/>
                  </a:lnTo>
                  <a:lnTo>
                    <a:pt x="0" y="914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6" name="Google Shape;166;p11"/>
            <p:cNvSpPr/>
            <p:nvPr/>
          </p:nvSpPr>
          <p:spPr>
            <a:xfrm>
              <a:off x="1517285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7" name="Google Shape;167;p11"/>
            <p:cNvSpPr/>
            <p:nvPr/>
          </p:nvSpPr>
          <p:spPr>
            <a:xfrm>
              <a:off x="3194293" y="4900109"/>
              <a:ext cx="74300" cy="222850"/>
            </a:xfrm>
            <a:custGeom>
              <a:avLst/>
              <a:gdLst/>
              <a:ahLst/>
              <a:cxnLst/>
              <a:rect l="l" t="t" r="r" b="b"/>
              <a:pathLst>
                <a:path w="2972" h="8914" extrusionOk="0">
                  <a:moveTo>
                    <a:pt x="0" y="0"/>
                  </a:moveTo>
                  <a:lnTo>
                    <a:pt x="0" y="8914"/>
                  </a:lnTo>
                  <a:lnTo>
                    <a:pt x="2972" y="891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8" name="Google Shape;168;p11"/>
            <p:cNvSpPr/>
            <p:nvPr/>
          </p:nvSpPr>
          <p:spPr>
            <a:xfrm>
              <a:off x="3346693" y="4900109"/>
              <a:ext cx="74300" cy="222850"/>
            </a:xfrm>
            <a:custGeom>
              <a:avLst/>
              <a:gdLst/>
              <a:ahLst/>
              <a:cxnLst/>
              <a:rect l="l" t="t" r="r" b="b"/>
              <a:pathLst>
                <a:path w="2972" h="8914" extrusionOk="0">
                  <a:moveTo>
                    <a:pt x="0" y="0"/>
                  </a:moveTo>
                  <a:lnTo>
                    <a:pt x="0" y="8914"/>
                  </a:lnTo>
                  <a:lnTo>
                    <a:pt x="2972" y="891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9" name="Google Shape;169;p11"/>
            <p:cNvSpPr/>
            <p:nvPr/>
          </p:nvSpPr>
          <p:spPr>
            <a:xfrm>
              <a:off x="4121250" y="4918525"/>
              <a:ext cx="242250" cy="122750"/>
            </a:xfrm>
            <a:custGeom>
              <a:avLst/>
              <a:gdLst/>
              <a:ahLst/>
              <a:cxnLst/>
              <a:rect l="l" t="t" r="r" b="b"/>
              <a:pathLst>
                <a:path w="9690" h="4910" extrusionOk="0">
                  <a:moveTo>
                    <a:pt x="0" y="0"/>
                  </a:moveTo>
                  <a:lnTo>
                    <a:pt x="3747" y="4910"/>
                  </a:lnTo>
                  <a:lnTo>
                    <a:pt x="8140" y="905"/>
                  </a:lnTo>
                  <a:lnTo>
                    <a:pt x="9690" y="3230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" name="Google Shape;170;p11"/>
            <p:cNvSpPr/>
            <p:nvPr/>
          </p:nvSpPr>
          <p:spPr>
            <a:xfrm flipH="1">
              <a:off x="3948593" y="4900109"/>
              <a:ext cx="74300" cy="222850"/>
            </a:xfrm>
            <a:custGeom>
              <a:avLst/>
              <a:gdLst/>
              <a:ahLst/>
              <a:cxnLst/>
              <a:rect l="l" t="t" r="r" b="b"/>
              <a:pathLst>
                <a:path w="2972" h="8914" extrusionOk="0">
                  <a:moveTo>
                    <a:pt x="0" y="0"/>
                  </a:moveTo>
                  <a:lnTo>
                    <a:pt x="0" y="8914"/>
                  </a:lnTo>
                  <a:lnTo>
                    <a:pt x="2972" y="891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" name="Google Shape;171;p11"/>
            <p:cNvSpPr/>
            <p:nvPr/>
          </p:nvSpPr>
          <p:spPr>
            <a:xfrm>
              <a:off x="8284998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2" name="Google Shape;172;p11"/>
            <p:cNvSpPr/>
            <p:nvPr/>
          </p:nvSpPr>
          <p:spPr>
            <a:xfrm>
              <a:off x="4958397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3" name="Google Shape;173;p11"/>
            <p:cNvSpPr/>
            <p:nvPr/>
          </p:nvSpPr>
          <p:spPr>
            <a:xfrm flipH="1">
              <a:off x="5893602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" name="Google Shape;174;p11"/>
            <p:cNvSpPr/>
            <p:nvPr/>
          </p:nvSpPr>
          <p:spPr>
            <a:xfrm flipH="1">
              <a:off x="5701028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5" name="Google Shape;175;p11"/>
            <p:cNvSpPr/>
            <p:nvPr/>
          </p:nvSpPr>
          <p:spPr>
            <a:xfrm>
              <a:off x="4779100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6" name="Google Shape;176;p11"/>
            <p:cNvSpPr/>
            <p:nvPr/>
          </p:nvSpPr>
          <p:spPr>
            <a:xfrm flipH="1">
              <a:off x="8479339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7" name="Google Shape;177;p11"/>
            <p:cNvSpPr/>
            <p:nvPr/>
          </p:nvSpPr>
          <p:spPr>
            <a:xfrm>
              <a:off x="6413178" y="4925729"/>
              <a:ext cx="168163" cy="181080"/>
            </a:xfrm>
            <a:custGeom>
              <a:avLst/>
              <a:gdLst/>
              <a:ahLst/>
              <a:cxnLst/>
              <a:rect l="l" t="t" r="r" b="b"/>
              <a:pathLst>
                <a:path w="11144" h="12002" extrusionOk="0">
                  <a:moveTo>
                    <a:pt x="11144" y="0"/>
                  </a:moveTo>
                  <a:lnTo>
                    <a:pt x="3429" y="12002"/>
                  </a:lnTo>
                  <a:lnTo>
                    <a:pt x="0" y="914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" name="Google Shape;178;p11"/>
            <p:cNvSpPr/>
            <p:nvPr/>
          </p:nvSpPr>
          <p:spPr>
            <a:xfrm>
              <a:off x="6656447" y="4904497"/>
              <a:ext cx="73292" cy="218462"/>
            </a:xfrm>
            <a:custGeom>
              <a:avLst/>
              <a:gdLst/>
              <a:ahLst/>
              <a:cxnLst/>
              <a:rect l="l" t="t" r="r" b="b"/>
              <a:pathLst>
                <a:path w="4857" h="13716" extrusionOk="0">
                  <a:moveTo>
                    <a:pt x="4857" y="0"/>
                  </a:moveTo>
                  <a:lnTo>
                    <a:pt x="1714" y="6858"/>
                  </a:lnTo>
                  <a:lnTo>
                    <a:pt x="4857" y="13716"/>
                  </a:lnTo>
                  <a:lnTo>
                    <a:pt x="0" y="13716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9" name="Google Shape;179;p11"/>
            <p:cNvSpPr/>
            <p:nvPr/>
          </p:nvSpPr>
          <p:spPr>
            <a:xfrm rot="-772385" flipH="1">
              <a:off x="7297125" y="4931449"/>
              <a:ext cx="242258" cy="122754"/>
            </a:xfrm>
            <a:custGeom>
              <a:avLst/>
              <a:gdLst/>
              <a:ahLst/>
              <a:cxnLst/>
              <a:rect l="l" t="t" r="r" b="b"/>
              <a:pathLst>
                <a:path w="9690" h="4910" extrusionOk="0">
                  <a:moveTo>
                    <a:pt x="0" y="0"/>
                  </a:moveTo>
                  <a:lnTo>
                    <a:pt x="3747" y="4910"/>
                  </a:lnTo>
                  <a:lnTo>
                    <a:pt x="8140" y="905"/>
                  </a:lnTo>
                  <a:lnTo>
                    <a:pt x="9690" y="3230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0" name="Google Shape;180;p11"/>
            <p:cNvSpPr/>
            <p:nvPr/>
          </p:nvSpPr>
          <p:spPr>
            <a:xfrm>
              <a:off x="7637737" y="4900109"/>
              <a:ext cx="74300" cy="222850"/>
            </a:xfrm>
            <a:custGeom>
              <a:avLst/>
              <a:gdLst/>
              <a:ahLst/>
              <a:cxnLst/>
              <a:rect l="l" t="t" r="r" b="b"/>
              <a:pathLst>
                <a:path w="2972" h="8914" extrusionOk="0">
                  <a:moveTo>
                    <a:pt x="0" y="0"/>
                  </a:moveTo>
                  <a:lnTo>
                    <a:pt x="0" y="8914"/>
                  </a:lnTo>
                  <a:lnTo>
                    <a:pt x="2972" y="8914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81" name="Google Shape;181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5568301" y="4081200"/>
              <a:ext cx="534466" cy="874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5641" y="4081200"/>
              <a:ext cx="534466" cy="874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88383" y="4278497"/>
              <a:ext cx="653153" cy="677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61275" y="4278497"/>
              <a:ext cx="667508" cy="677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2924212" y="4256964"/>
              <a:ext cx="715358" cy="69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300672" y="4256964"/>
              <a:ext cx="715358" cy="69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77315" y="4445972"/>
              <a:ext cx="736891" cy="509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29788" y="4445972"/>
              <a:ext cx="736891" cy="509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550488" y="4276104"/>
              <a:ext cx="667508" cy="679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1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13935" y="4276104"/>
              <a:ext cx="741676" cy="67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/>
            <p:nvPr/>
          </p:nvSpPr>
          <p:spPr>
            <a:xfrm>
              <a:off x="4896942" y="4662673"/>
              <a:ext cx="69459" cy="69702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755021" y="4650887"/>
              <a:ext cx="60144" cy="6244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426917" y="4646004"/>
              <a:ext cx="69459" cy="69702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284996" y="4634218"/>
              <a:ext cx="60144" cy="6244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1583030" y="4529911"/>
              <a:ext cx="69459" cy="69702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1441108" y="4518125"/>
              <a:ext cx="60144" cy="6244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 flipH="1">
              <a:off x="5767046" y="4577317"/>
              <a:ext cx="69459" cy="69702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 flipH="1">
              <a:off x="5918283" y="4565531"/>
              <a:ext cx="60144" cy="6244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 flipH="1">
              <a:off x="3228777" y="4602367"/>
              <a:ext cx="69459" cy="69702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1"/>
            <p:cNvSpPr/>
            <p:nvPr/>
          </p:nvSpPr>
          <p:spPr>
            <a:xfrm flipH="1">
              <a:off x="3380014" y="4590581"/>
              <a:ext cx="60144" cy="62448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1"/>
            <p:cNvSpPr/>
            <p:nvPr/>
          </p:nvSpPr>
          <p:spPr>
            <a:xfrm rot="-311666">
              <a:off x="4096754" y="4630462"/>
              <a:ext cx="69746" cy="6998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1"/>
            <p:cNvSpPr/>
            <p:nvPr/>
          </p:nvSpPr>
          <p:spPr>
            <a:xfrm rot="-392198">
              <a:off x="3942938" y="4634457"/>
              <a:ext cx="59913" cy="62209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 rot="-311666">
              <a:off x="6638372" y="4644749"/>
              <a:ext cx="69746" cy="6998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 rot="-392198">
              <a:off x="6484557" y="4648745"/>
              <a:ext cx="59913" cy="62209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1"/>
            <p:cNvSpPr/>
            <p:nvPr/>
          </p:nvSpPr>
          <p:spPr>
            <a:xfrm rot="-311666">
              <a:off x="7699854" y="4645862"/>
              <a:ext cx="69746" cy="6998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 rot="-392198">
              <a:off x="7546038" y="4649857"/>
              <a:ext cx="59913" cy="62209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 rot="-311666">
              <a:off x="2463316" y="4605762"/>
              <a:ext cx="69746" cy="6998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 rot="-392198">
              <a:off x="2309500" y="4609757"/>
              <a:ext cx="59913" cy="62209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 rot="-311666">
              <a:off x="747579" y="4675687"/>
              <a:ext cx="69746" cy="69989"/>
            </a:xfrm>
            <a:custGeom>
              <a:avLst/>
              <a:gdLst/>
              <a:ahLst/>
              <a:cxnLst/>
              <a:rect l="l" t="t" r="r" b="b"/>
              <a:pathLst>
                <a:path w="1262894" h="1267301" extrusionOk="0">
                  <a:moveTo>
                    <a:pt x="231059" y="1122190"/>
                  </a:moveTo>
                  <a:cubicBezTo>
                    <a:pt x="514968" y="1352060"/>
                    <a:pt x="900540" y="1299990"/>
                    <a:pt x="1120059" y="1028464"/>
                  </a:cubicBezTo>
                  <a:cubicBezTo>
                    <a:pt x="1339579" y="756938"/>
                    <a:pt x="1304209" y="308501"/>
                    <a:pt x="1026778" y="139464"/>
                  </a:cubicBezTo>
                  <a:cubicBezTo>
                    <a:pt x="749346" y="-29573"/>
                    <a:pt x="340025" y="-94216"/>
                    <a:pt x="137778" y="233190"/>
                  </a:cubicBezTo>
                  <a:cubicBezTo>
                    <a:pt x="-64469" y="560596"/>
                    <a:pt x="-52785" y="892256"/>
                    <a:pt x="231059" y="11221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1"/>
            <p:cNvSpPr/>
            <p:nvPr/>
          </p:nvSpPr>
          <p:spPr>
            <a:xfrm rot="-392198">
              <a:off x="593763" y="4679682"/>
              <a:ext cx="59913" cy="62209"/>
            </a:xfrm>
            <a:custGeom>
              <a:avLst/>
              <a:gdLst/>
              <a:ahLst/>
              <a:cxnLst/>
              <a:rect l="l" t="t" r="r" b="b"/>
              <a:pathLst>
                <a:path w="248016" h="257519" extrusionOk="0">
                  <a:moveTo>
                    <a:pt x="34797" y="41482"/>
                  </a:moveTo>
                  <a:cubicBezTo>
                    <a:pt x="-15305" y="89424"/>
                    <a:pt x="-9653" y="162830"/>
                    <a:pt x="41147" y="218393"/>
                  </a:cubicBezTo>
                  <a:cubicBezTo>
                    <a:pt x="91947" y="273955"/>
                    <a:pt x="178624" y="269193"/>
                    <a:pt x="218057" y="211408"/>
                  </a:cubicBezTo>
                  <a:cubicBezTo>
                    <a:pt x="257491" y="153623"/>
                    <a:pt x="260603" y="87011"/>
                    <a:pt x="211707" y="34497"/>
                  </a:cubicBezTo>
                  <a:cubicBezTo>
                    <a:pt x="162813" y="-18017"/>
                    <a:pt x="84962" y="-6460"/>
                    <a:pt x="34797" y="414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 rot="1498374">
              <a:off x="4099383" y="4682386"/>
              <a:ext cx="123962" cy="138116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2" name="Google Shape;212;p11"/>
            <p:cNvSpPr/>
            <p:nvPr/>
          </p:nvSpPr>
          <p:spPr>
            <a:xfrm rot="2700242">
              <a:off x="579912" y="4640102"/>
              <a:ext cx="251162" cy="279858"/>
            </a:xfrm>
            <a:custGeom>
              <a:avLst/>
              <a:gdLst/>
              <a:ahLst/>
              <a:cxnLst/>
              <a:rect l="l" t="t" r="r" b="b"/>
              <a:pathLst>
                <a:path w="10002" h="11144" extrusionOk="0">
                  <a:moveTo>
                    <a:pt x="0" y="11144"/>
                  </a:moveTo>
                  <a:cubicBezTo>
                    <a:pt x="4895" y="10166"/>
                    <a:pt x="10002" y="4991"/>
                    <a:pt x="10002" y="0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3" name="Google Shape;213;p11"/>
            <p:cNvSpPr/>
            <p:nvPr/>
          </p:nvSpPr>
          <p:spPr>
            <a:xfrm>
              <a:off x="2328621" y="4644669"/>
              <a:ext cx="170700" cy="170700"/>
            </a:xfrm>
            <a:prstGeom prst="pie">
              <a:avLst>
                <a:gd name="adj1" fmla="val 0"/>
                <a:gd name="adj2" fmla="val 1085293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6533530" y="4690100"/>
              <a:ext cx="122700" cy="122700"/>
            </a:xfrm>
            <a:prstGeom prst="pie">
              <a:avLst>
                <a:gd name="adj1" fmla="val 0"/>
                <a:gd name="adj2" fmla="val 1085293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7620925" y="4750629"/>
              <a:ext cx="75900" cy="1056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125" y="593125"/>
            <a:ext cx="6167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alter Turncoat"/>
              <a:buNone/>
              <a:defRPr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125" y="1271600"/>
            <a:ext cx="6167100" cy="3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unito"/>
              <a:buChar char="➜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unito"/>
              <a:buChar char="-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unito"/>
              <a:buChar char="-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unito"/>
              <a:buChar char="-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unito"/>
              <a:buChar char="-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unito"/>
              <a:buChar char="-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unito"/>
              <a:buChar char="●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unito"/>
              <a:buChar char="○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2400"/>
              <a:buFont typeface="Nunito"/>
              <a:buChar char="■"/>
              <a:defRPr sz="24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r" rtl="0">
              <a:buNone/>
              <a:defRPr sz="1300">
                <a:solidFill>
                  <a:schemeClr val="lt2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>
            <a:spLocks noGrp="1"/>
          </p:cNvSpPr>
          <p:nvPr>
            <p:ph type="ctrTitle"/>
          </p:nvPr>
        </p:nvSpPr>
        <p:spPr>
          <a:xfrm>
            <a:off x="2323350" y="58910"/>
            <a:ext cx="4497300" cy="355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PROYECTO</a:t>
            </a:r>
            <a:br>
              <a:rPr lang="en" dirty="0"/>
            </a:br>
            <a:r>
              <a:rPr lang="en" dirty="0"/>
              <a:t>INTEGRADOR</a:t>
            </a:r>
            <a:br>
              <a:rPr lang="en" dirty="0"/>
            </a:br>
            <a:r>
              <a:rPr lang="en" dirty="0"/>
              <a:t>DE</a:t>
            </a:r>
            <a:br>
              <a:rPr lang="en" dirty="0"/>
            </a:br>
            <a:r>
              <a:rPr lang="en" dirty="0"/>
              <a:t>APRENDIZAJE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EB61C9-A290-4C1A-9467-DF410408F201}"/>
              </a:ext>
            </a:extLst>
          </p:cNvPr>
          <p:cNvSpPr txBox="1"/>
          <p:nvPr/>
        </p:nvSpPr>
        <p:spPr>
          <a:xfrm>
            <a:off x="2161881" y="3835324"/>
            <a:ext cx="45453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tx1"/>
                </a:solidFill>
                <a:latin typeface="Century Gothic" panose="020B0502020202020204" pitchFamily="34" charset="0"/>
              </a:rPr>
              <a:t>HEIDI PAMELA MARTINEZ </a:t>
            </a:r>
            <a:r>
              <a:rPr lang="es-MX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MARTINEZ</a:t>
            </a:r>
            <a:endParaRPr lang="es-MX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s-MX" dirty="0">
                <a:solidFill>
                  <a:schemeClr val="tx1"/>
                </a:solidFill>
                <a:latin typeface="Century Gothic" panose="020B0502020202020204" pitchFamily="34" charset="0"/>
              </a:rPr>
              <a:t>1952947		N.L. 38</a:t>
            </a:r>
          </a:p>
          <a:p>
            <a:r>
              <a:rPr lang="es-MX" dirty="0">
                <a:solidFill>
                  <a:schemeClr val="tx1"/>
                </a:solidFill>
                <a:latin typeface="Century Gothic" panose="020B0502020202020204" pitchFamily="34" charset="0"/>
              </a:rPr>
              <a:t>HORA: JUE(M1M3)</a:t>
            </a:r>
          </a:p>
          <a:p>
            <a:r>
              <a:rPr lang="es-MX" dirty="0">
                <a:solidFill>
                  <a:schemeClr val="tx1"/>
                </a:solidFill>
                <a:latin typeface="Century Gothic" panose="020B0502020202020204" pitchFamily="34" charset="0"/>
              </a:rPr>
              <a:t>MAESTRO: JESUS DANIEL GARZA CAMARENA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9FE1277-CAA0-4E2D-91FE-B98512739B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2</a:t>
            </a:fld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88B0B1-C3D0-4E38-AE13-E3D5D49EE593}"/>
              </a:ext>
            </a:extLst>
          </p:cNvPr>
          <p:cNvSpPr txBox="1"/>
          <p:nvPr/>
        </p:nvSpPr>
        <p:spPr>
          <a:xfrm>
            <a:off x="-211635" y="892123"/>
            <a:ext cx="8389785" cy="14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Diseñar e implementar en un prototipo un sistema electrónico digital secuencial síncrono para una secuencia de luces.</a:t>
            </a:r>
          </a:p>
          <a:p>
            <a:pPr marL="45720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Dicho sistema debe de tener la capacidad de regular de recrear las secuencias de luces propuestas en la tabla anexa mediante 5 leds.</a:t>
            </a:r>
          </a:p>
          <a:p>
            <a:pPr marL="45720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Para el control se requiere de 2 botones, denominados m0 (modo0) y m1 (modo1) junto un botón adicional llamado R (reset) por si existe alguna falla.</a:t>
            </a:r>
          </a:p>
          <a:p>
            <a:pPr marL="45720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 El sistema deberá de trabajar bajo las siguientes condiciones:</a:t>
            </a:r>
          </a:p>
          <a:p>
            <a:pPr marL="45720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DF409-D0D2-47F0-B0B3-63F247EA1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56" y="134248"/>
            <a:ext cx="6169687" cy="8169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967595A-1A90-464C-AEFC-5436CFBE8AE3}"/>
              </a:ext>
            </a:extLst>
          </p:cNvPr>
          <p:cNvSpPr txBox="1"/>
          <p:nvPr/>
        </p:nvSpPr>
        <p:spPr>
          <a:xfrm>
            <a:off x="244312" y="1967702"/>
            <a:ext cx="3861172" cy="214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Cuando se conecte la alimentación el prototipo permanecerá apagado (condiciones iniciales).</a:t>
            </a:r>
          </a:p>
          <a:p>
            <a:pPr lvl="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Si se presiona solamente el botón "m0" cambiara a la secuencia “sec0" sin regresar al estado inicial.</a:t>
            </a:r>
          </a:p>
          <a:p>
            <a:pPr lvl="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Si se presiona solamente el botón "m1" cambiara a la secuencia "sec1” sin regresar al estado inicial.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0EC397-A8B8-4BB5-A15B-63E8BF835A12}"/>
              </a:ext>
            </a:extLst>
          </p:cNvPr>
          <p:cNvSpPr txBox="1"/>
          <p:nvPr/>
        </p:nvSpPr>
        <p:spPr>
          <a:xfrm>
            <a:off x="4454639" y="1816247"/>
            <a:ext cx="4306407" cy="214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Si se deja de presionar cualquiera de los dos botones m0 o m1 el sistema se detendrá y cuando se presione de nuevo uno de los dos botones m0, m1 retomará la secuencia donde estaba antes de la pausa.</a:t>
            </a:r>
          </a:p>
          <a:p>
            <a:pPr lvl="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Si se presionan ambos botones al mismo tiempo se encenderán las 5 luces saltando todos los estados y se mantendrá en ese estado hasta que cambien las condiciones de entrada.</a:t>
            </a:r>
          </a:p>
          <a:p>
            <a:pPr lvl="0" algn="just">
              <a:lnSpc>
                <a:spcPct val="150000"/>
              </a:lnSpc>
            </a:pPr>
            <a:endParaRPr lang="es-MX" sz="10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s-MX" sz="10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Si se presiona el botón R "reset" regresara a condiciones iniciales.</a:t>
            </a:r>
            <a:endParaRPr lang="es-MX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4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92B667-4A55-47B4-B801-67487D7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861" y="1478810"/>
            <a:ext cx="4128278" cy="319080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B4F6C0-C22E-4A42-AC78-1C660660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156" y="541390"/>
            <a:ext cx="6169687" cy="8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3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094A316-F4D4-4980-B1B0-38360CF30A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4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AE9B2C-D9E8-49D1-A13B-242AA5F1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78" y="1152151"/>
            <a:ext cx="6267311" cy="2839198"/>
          </a:xfrm>
          <a:prstGeom prst="rect">
            <a:avLst/>
          </a:prstGeom>
          <a:effectLst>
            <a:glow rad="228600">
              <a:schemeClr val="tx1">
                <a:alpha val="53000"/>
              </a:schemeClr>
            </a:glo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3E9453-F34A-4C5F-ACE0-126B232CB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388" y="199526"/>
            <a:ext cx="6169687" cy="124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1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0D4820-7DD2-4B10-833D-E28D9B4F81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5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F23FAA-9C07-4404-A555-95FD15F90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10" y="1775403"/>
            <a:ext cx="6280001" cy="21245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A06F79A-FB7A-4BA4-839F-69F6766A3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50" y="593126"/>
            <a:ext cx="6462320" cy="8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7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>
            <a:spLocks noGrp="1"/>
          </p:cNvSpPr>
          <p:nvPr>
            <p:ph type="title"/>
          </p:nvPr>
        </p:nvSpPr>
        <p:spPr>
          <a:xfrm>
            <a:off x="1488450" y="243075"/>
            <a:ext cx="61671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DECLARACIONES</a:t>
            </a:r>
            <a:endParaRPr dirty="0"/>
          </a:p>
        </p:txBody>
      </p:sp>
      <p:sp>
        <p:nvSpPr>
          <p:cNvPr id="230" name="Google Shape;230;p14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8CA6E45-FBED-4254-921B-5C3C53833669}"/>
              </a:ext>
            </a:extLst>
          </p:cNvPr>
          <p:cNvSpPr txBox="1"/>
          <p:nvPr/>
        </p:nvSpPr>
        <p:spPr>
          <a:xfrm>
            <a:off x="1558485" y="1515101"/>
            <a:ext cx="3013515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>
                <a:solidFill>
                  <a:schemeClr val="accent4"/>
                </a:solidFill>
              </a:rPr>
              <a:t>DECLARATIONS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//INPUTS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 err="1">
                <a:solidFill>
                  <a:schemeClr val="tx1"/>
                </a:solidFill>
              </a:rPr>
              <a:t>clk</a:t>
            </a:r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PIN</a:t>
            </a:r>
            <a:r>
              <a:rPr lang="es-MX" sz="1050" dirty="0">
                <a:solidFill>
                  <a:schemeClr val="tx1"/>
                </a:solidFill>
              </a:rPr>
              <a:t> 1;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m0	</a:t>
            </a:r>
            <a:r>
              <a:rPr lang="es-MX" sz="1050" dirty="0">
                <a:solidFill>
                  <a:schemeClr val="accent4"/>
                </a:solidFill>
              </a:rPr>
              <a:t>PIN</a:t>
            </a:r>
            <a:r>
              <a:rPr lang="es-MX" sz="1050" dirty="0">
                <a:solidFill>
                  <a:schemeClr val="tx1"/>
                </a:solidFill>
              </a:rPr>
              <a:t> 2;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m1	</a:t>
            </a:r>
            <a:r>
              <a:rPr lang="es-MX" sz="1050" dirty="0">
                <a:solidFill>
                  <a:schemeClr val="accent4"/>
                </a:solidFill>
              </a:rPr>
              <a:t>PIN</a:t>
            </a:r>
            <a:r>
              <a:rPr lang="es-MX" sz="1050" dirty="0">
                <a:solidFill>
                  <a:schemeClr val="tx1"/>
                </a:solidFill>
              </a:rPr>
              <a:t> 3;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reset	</a:t>
            </a:r>
            <a:r>
              <a:rPr lang="es-MX" sz="1050" dirty="0">
                <a:solidFill>
                  <a:schemeClr val="accent4"/>
                </a:solidFill>
              </a:rPr>
              <a:t>PIN</a:t>
            </a:r>
            <a:r>
              <a:rPr lang="es-MX" sz="1050" dirty="0">
                <a:solidFill>
                  <a:schemeClr val="tx1"/>
                </a:solidFill>
              </a:rPr>
              <a:t> 4;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//OUTPUTS</a:t>
            </a:r>
          </a:p>
          <a:p>
            <a:r>
              <a:rPr lang="es-MX" sz="1050" dirty="0">
                <a:solidFill>
                  <a:schemeClr val="accent2"/>
                </a:solidFill>
              </a:rPr>
              <a:t>//COMBINACIONALES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l0..l4 PIN 23..19 </a:t>
            </a:r>
            <a:r>
              <a:rPr lang="es-MX" sz="1050" dirty="0">
                <a:solidFill>
                  <a:schemeClr val="accent4"/>
                </a:solidFill>
              </a:rPr>
              <a:t>ISTYPE</a:t>
            </a:r>
            <a:r>
              <a:rPr lang="es-MX" sz="1050" dirty="0">
                <a:solidFill>
                  <a:schemeClr val="tx1"/>
                </a:solidFill>
              </a:rPr>
              <a:t> </a:t>
            </a:r>
            <a:r>
              <a:rPr lang="es-MX" sz="1050" dirty="0">
                <a:solidFill>
                  <a:schemeClr val="accent5"/>
                </a:solidFill>
              </a:rPr>
              <a:t>'COM'</a:t>
            </a:r>
            <a:r>
              <a:rPr lang="es-MX" sz="1050" dirty="0">
                <a:solidFill>
                  <a:schemeClr val="tx1"/>
                </a:solidFill>
              </a:rPr>
              <a:t>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endParaRPr lang="es-MX" sz="1050" dirty="0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FA56A7-3E6C-45B3-A0E2-701B297B3142}"/>
              </a:ext>
            </a:extLst>
          </p:cNvPr>
          <p:cNvSpPr txBox="1"/>
          <p:nvPr/>
        </p:nvSpPr>
        <p:spPr>
          <a:xfrm>
            <a:off x="4748875" y="935235"/>
            <a:ext cx="3120305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050" dirty="0">
              <a:solidFill>
                <a:schemeClr val="accent2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//REGISTRADAS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q3,q2,q1,q0	</a:t>
            </a:r>
            <a:r>
              <a:rPr lang="es-MX" sz="1050" dirty="0">
                <a:solidFill>
                  <a:schemeClr val="accent4"/>
                </a:solidFill>
              </a:rPr>
              <a:t>PIN</a:t>
            </a:r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ISTYPE</a:t>
            </a:r>
            <a:r>
              <a:rPr lang="es-MX" sz="1050" dirty="0">
                <a:solidFill>
                  <a:schemeClr val="accent5"/>
                </a:solidFill>
              </a:rPr>
              <a:t> 'REG'</a:t>
            </a:r>
            <a:r>
              <a:rPr lang="es-MX" sz="1050" dirty="0">
                <a:solidFill>
                  <a:schemeClr val="tx1"/>
                </a:solidFill>
              </a:rPr>
              <a:t>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//SET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FF = [q3,q2,q1,q0];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//Estados valores de las memorias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E0 = [0,0,0,0];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E1 = [0,0,0,1];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E2 = [0,0,1,0];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E3 = [0,0,1,1];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E4 = 4;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E5 = 5;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E6 = 6;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E7 = 7;</a:t>
            </a:r>
          </a:p>
          <a:p>
            <a:r>
              <a:rPr lang="es-MX" sz="1050" dirty="0">
                <a:solidFill>
                  <a:schemeClr val="tx1"/>
                </a:solidFill>
              </a:rPr>
              <a:t>E8 = 8;</a:t>
            </a:r>
            <a:endParaRPr lang="es-MX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F5E6FC-FF31-4066-93A4-3AF95B01A280}"/>
              </a:ext>
            </a:extLst>
          </p:cNvPr>
          <p:cNvSpPr txBox="1"/>
          <p:nvPr/>
        </p:nvSpPr>
        <p:spPr>
          <a:xfrm>
            <a:off x="2292673" y="1960044"/>
            <a:ext cx="281328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>
                <a:solidFill>
                  <a:schemeClr val="accent4"/>
                </a:solidFill>
              </a:rPr>
              <a:t>EQUATIONS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 err="1">
                <a:solidFill>
                  <a:schemeClr val="tx1"/>
                </a:solidFill>
              </a:rPr>
              <a:t>FF</a:t>
            </a:r>
            <a:r>
              <a:rPr lang="es-MX" sz="1050" dirty="0" err="1">
                <a:solidFill>
                  <a:srgbClr val="FFFF00"/>
                </a:solidFill>
              </a:rPr>
              <a:t>.clk</a:t>
            </a:r>
            <a:r>
              <a:rPr lang="es-MX" sz="1050" dirty="0">
                <a:solidFill>
                  <a:srgbClr val="FFFF00"/>
                </a:solidFill>
              </a:rPr>
              <a:t> </a:t>
            </a:r>
            <a:r>
              <a:rPr lang="es-MX" sz="1050" dirty="0">
                <a:solidFill>
                  <a:schemeClr val="tx1"/>
                </a:solidFill>
              </a:rPr>
              <a:t>= </a:t>
            </a:r>
            <a:r>
              <a:rPr lang="es-MX" sz="1050" dirty="0" err="1">
                <a:solidFill>
                  <a:schemeClr val="tx1"/>
                </a:solidFill>
              </a:rPr>
              <a:t>clk</a:t>
            </a:r>
            <a:r>
              <a:rPr lang="es-MX" sz="1050" dirty="0">
                <a:solidFill>
                  <a:schemeClr val="tx1"/>
                </a:solidFill>
              </a:rPr>
              <a:t>; </a:t>
            </a:r>
            <a:r>
              <a:rPr lang="es-MX" sz="1050" dirty="0">
                <a:solidFill>
                  <a:schemeClr val="accent2"/>
                </a:solidFill>
              </a:rPr>
              <a:t>"Conectar los FF al reloj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2"/>
                </a:solidFill>
              </a:rPr>
              <a:t>//FF.sr  = reset;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tx1"/>
                </a:solidFill>
              </a:rPr>
              <a:t>FF</a:t>
            </a:r>
            <a:r>
              <a:rPr lang="es-MX" sz="1050" dirty="0">
                <a:solidFill>
                  <a:srgbClr val="FFFF00"/>
                </a:solidFill>
              </a:rPr>
              <a:t>.ar  </a:t>
            </a:r>
            <a:r>
              <a:rPr lang="es-MX" sz="1050" dirty="0">
                <a:solidFill>
                  <a:schemeClr val="tx1"/>
                </a:solidFill>
              </a:rPr>
              <a:t>= reset;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8C526A-B879-4502-8D8A-6FE2E0AAD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0" y="1143109"/>
            <a:ext cx="6169687" cy="816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>
            <a:spLocks noGrp="1"/>
          </p:cNvSpPr>
          <p:nvPr>
            <p:ph type="title"/>
          </p:nvPr>
        </p:nvSpPr>
        <p:spPr>
          <a:xfrm>
            <a:off x="548125" y="593125"/>
            <a:ext cx="6167100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ESTADOS</a:t>
            </a:r>
            <a:endParaRPr dirty="0"/>
          </a:p>
        </p:txBody>
      </p:sp>
      <p:sp>
        <p:nvSpPr>
          <p:cNvPr id="245" name="Google Shape;245;p16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DAC2E0-AB4F-48E3-BF89-F90567ADBF49}"/>
              </a:ext>
            </a:extLst>
          </p:cNvPr>
          <p:cNvSpPr txBox="1"/>
          <p:nvPr/>
        </p:nvSpPr>
        <p:spPr>
          <a:xfrm>
            <a:off x="383780" y="989425"/>
            <a:ext cx="3434007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4"/>
                </a:solidFill>
              </a:rPr>
              <a:t>STATE_DIAGRAM </a:t>
            </a:r>
            <a:r>
              <a:rPr lang="es-MX" sz="1050" dirty="0">
                <a:solidFill>
                  <a:schemeClr val="tx1"/>
                </a:solidFill>
              </a:rPr>
              <a:t>FF</a:t>
            </a: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4"/>
                </a:solidFill>
              </a:rPr>
              <a:t>STATE</a:t>
            </a:r>
            <a:r>
              <a:rPr lang="es-MX" sz="1050" dirty="0">
                <a:solidFill>
                  <a:schemeClr val="tx1"/>
                </a:solidFill>
              </a:rPr>
              <a:t> E0: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l1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l2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l3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!m0&amp;!m1 </a:t>
            </a:r>
            <a:r>
              <a:rPr lang="es-MX" sz="1050" dirty="0">
                <a:solidFill>
                  <a:schemeClr val="accent4"/>
                </a:solidFill>
              </a:rPr>
              <a:t>THEN </a:t>
            </a:r>
            <a:r>
              <a:rPr lang="es-MX" sz="1050" dirty="0">
                <a:solidFill>
                  <a:schemeClr val="tx1"/>
                </a:solidFill>
              </a:rPr>
              <a:t>E0; </a:t>
            </a:r>
            <a:r>
              <a:rPr lang="es-MX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m0&amp;!m1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E1; </a:t>
            </a:r>
            <a:r>
              <a:rPr lang="es-MX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!m0&amp; 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E1; </a:t>
            </a:r>
            <a:r>
              <a:rPr lang="es-MX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m0&amp; 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E0; </a:t>
            </a:r>
            <a:r>
              <a:rPr lang="es-MX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reset </a:t>
            </a:r>
            <a:r>
              <a:rPr lang="es-MX" sz="1050" dirty="0">
                <a:solidFill>
                  <a:schemeClr val="accent4"/>
                </a:solidFill>
              </a:rPr>
              <a:t> THEN </a:t>
            </a:r>
            <a:r>
              <a:rPr lang="es-MX" sz="1050" dirty="0">
                <a:solidFill>
                  <a:schemeClr val="tx1"/>
                </a:solidFill>
              </a:rPr>
              <a:t>E0;</a:t>
            </a:r>
          </a:p>
          <a:p>
            <a:endParaRPr lang="es-MX" sz="1050" dirty="0">
              <a:solidFill>
                <a:schemeClr val="tx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1342A2-F4AF-46D4-8C1C-762BE27F34BF}"/>
              </a:ext>
            </a:extLst>
          </p:cNvPr>
          <p:cNvSpPr txBox="1"/>
          <p:nvPr/>
        </p:nvSpPr>
        <p:spPr>
          <a:xfrm>
            <a:off x="3273819" y="1151007"/>
            <a:ext cx="3554146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050" dirty="0">
              <a:solidFill>
                <a:schemeClr val="tx1"/>
              </a:solidFill>
            </a:endParaRPr>
          </a:p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s-MX" sz="1050" dirty="0">
                <a:solidFill>
                  <a:schemeClr val="accent4"/>
                </a:solidFill>
              </a:rPr>
              <a:t>STATE</a:t>
            </a:r>
            <a:r>
              <a:rPr lang="es-MX" sz="1050" dirty="0">
                <a:solidFill>
                  <a:schemeClr val="tx1"/>
                </a:solidFill>
              </a:rPr>
              <a:t> E1: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l0 = 1;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l1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l2 = 1;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l3 = 0;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l4 = 1;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!m0&amp;!m1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E1; </a:t>
            </a:r>
            <a:r>
              <a:rPr lang="es-MX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m0&amp;!m1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E2; </a:t>
            </a:r>
            <a:r>
              <a:rPr lang="es-MX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!m0&amp; m1 </a:t>
            </a:r>
            <a:r>
              <a:rPr lang="es-MX" sz="1050" dirty="0">
                <a:solidFill>
                  <a:schemeClr val="accent4"/>
                </a:solidFill>
              </a:rPr>
              <a:t>THEN </a:t>
            </a:r>
            <a:r>
              <a:rPr lang="es-MX" sz="1050" dirty="0">
                <a:solidFill>
                  <a:schemeClr val="tx1"/>
                </a:solidFill>
              </a:rPr>
              <a:t>E2; </a:t>
            </a:r>
            <a:r>
              <a:rPr lang="es-MX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m0&amp; m1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E8; </a:t>
            </a:r>
            <a:r>
              <a:rPr lang="es-MX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s-MX" sz="1050" dirty="0">
                <a:solidFill>
                  <a:schemeClr val="tx1"/>
                </a:solidFill>
              </a:rPr>
              <a:t>	</a:t>
            </a:r>
            <a:r>
              <a:rPr lang="es-MX" sz="1050" dirty="0">
                <a:solidFill>
                  <a:schemeClr val="accent4"/>
                </a:solidFill>
              </a:rPr>
              <a:t>IF</a:t>
            </a:r>
            <a:r>
              <a:rPr lang="es-MX" sz="1050" dirty="0">
                <a:solidFill>
                  <a:schemeClr val="tx1"/>
                </a:solidFill>
              </a:rPr>
              <a:t>  reset  </a:t>
            </a:r>
            <a:r>
              <a:rPr lang="es-MX" sz="1050" dirty="0">
                <a:solidFill>
                  <a:schemeClr val="accent4"/>
                </a:solidFill>
              </a:rPr>
              <a:t>THEN</a:t>
            </a:r>
            <a:r>
              <a:rPr lang="es-MX" sz="1050" dirty="0">
                <a:solidFill>
                  <a:schemeClr val="tx1"/>
                </a:solidFill>
              </a:rPr>
              <a:t> E0; </a:t>
            </a:r>
            <a:r>
              <a:rPr lang="es-MX" sz="1050" dirty="0">
                <a:solidFill>
                  <a:schemeClr val="accent2"/>
                </a:solidFill>
              </a:rPr>
              <a:t>"RESET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F570850-58D8-437F-967A-3E3C92A5828E}"/>
              </a:ext>
            </a:extLst>
          </p:cNvPr>
          <p:cNvSpPr txBox="1"/>
          <p:nvPr/>
        </p:nvSpPr>
        <p:spPr>
          <a:xfrm>
            <a:off x="2199232" y="428772"/>
            <a:ext cx="3434007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E2: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E2;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E1;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E3; </a:t>
            </a:r>
            <a:r>
              <a:rPr lang="en-US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E3: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E3;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E2;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</a:t>
            </a:r>
            <a:r>
              <a:rPr lang="en-US" sz="1050" dirty="0">
                <a:solidFill>
                  <a:schemeClr val="accent4"/>
                </a:solidFill>
              </a:rPr>
              <a:t> THEN </a:t>
            </a:r>
            <a:r>
              <a:rPr lang="en-US" sz="1050" dirty="0">
                <a:solidFill>
                  <a:schemeClr val="tx1"/>
                </a:solidFill>
              </a:rPr>
              <a:t>E4; </a:t>
            </a:r>
            <a:r>
              <a:rPr lang="en-US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 </a:t>
            </a:r>
            <a:r>
              <a:rPr lang="en-US" sz="1050" dirty="0">
                <a:solidFill>
                  <a:schemeClr val="tx1"/>
                </a:solidFill>
              </a:rPr>
              <a:t>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  <a:endParaRPr lang="es-MX" sz="105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A2537E-24E0-403F-B3AC-6F3CBE5C1607}"/>
              </a:ext>
            </a:extLst>
          </p:cNvPr>
          <p:cNvSpPr txBox="1"/>
          <p:nvPr/>
        </p:nvSpPr>
        <p:spPr>
          <a:xfrm>
            <a:off x="191751" y="396326"/>
            <a:ext cx="3434007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E4: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E4;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E3;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E5; </a:t>
            </a:r>
            <a:r>
              <a:rPr lang="en-US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 </a:t>
            </a:r>
            <a:r>
              <a:rPr lang="en-US" sz="1050" dirty="0">
                <a:solidFill>
                  <a:schemeClr val="tx1"/>
                </a:solidFill>
              </a:rPr>
              <a:t>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E5: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E5;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E4;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E6; </a:t>
            </a:r>
            <a:r>
              <a:rPr lang="en-US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  <a:endParaRPr lang="es-MX" sz="1050" dirty="0">
              <a:solidFill>
                <a:schemeClr val="accent2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21165E-F6E1-4F9F-9DC1-4D36757F195E}"/>
              </a:ext>
            </a:extLst>
          </p:cNvPr>
          <p:cNvSpPr txBox="1"/>
          <p:nvPr/>
        </p:nvSpPr>
        <p:spPr>
          <a:xfrm>
            <a:off x="3459590" y="557908"/>
            <a:ext cx="34340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E6: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E6;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</a:t>
            </a:r>
            <a:r>
              <a:rPr lang="en-US" sz="1050" dirty="0">
                <a:solidFill>
                  <a:schemeClr val="accent4"/>
                </a:solidFill>
              </a:rPr>
              <a:t> THEN </a:t>
            </a:r>
            <a:r>
              <a:rPr lang="en-US" sz="1050" dirty="0">
                <a:solidFill>
                  <a:schemeClr val="tx1"/>
                </a:solidFill>
              </a:rPr>
              <a:t>E5;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E7;</a:t>
            </a:r>
            <a:r>
              <a:rPr lang="en-US" sz="1050" dirty="0">
                <a:solidFill>
                  <a:schemeClr val="accent2"/>
                </a:solidFill>
              </a:rPr>
              <a:t> 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accent4"/>
                </a:solidFill>
              </a:rPr>
              <a:t>STATE</a:t>
            </a:r>
            <a:r>
              <a:rPr lang="en-US" sz="1050" dirty="0">
                <a:solidFill>
                  <a:schemeClr val="tx1"/>
                </a:solidFill>
              </a:rPr>
              <a:t> E7: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l0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l1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l2 = 1;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l3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l4 = 0;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E7; </a:t>
            </a:r>
            <a:r>
              <a:rPr lang="en-US" sz="1050" dirty="0">
                <a:solidFill>
                  <a:schemeClr val="accent2"/>
                </a:solidFill>
              </a:rPr>
              <a:t>"PAUSA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m0&amp;!m1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E6; </a:t>
            </a:r>
            <a:r>
              <a:rPr lang="en-US" sz="1050" dirty="0">
                <a:solidFill>
                  <a:schemeClr val="accent2"/>
                </a:solidFill>
              </a:rPr>
              <a:t>"M0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!m0&amp;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E3; </a:t>
            </a:r>
            <a:r>
              <a:rPr lang="en-US" sz="1050" dirty="0">
                <a:solidFill>
                  <a:schemeClr val="accent2"/>
                </a:solidFill>
              </a:rPr>
              <a:t>"M1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m0&amp; m1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E8; </a:t>
            </a:r>
            <a:r>
              <a:rPr lang="en-US" sz="1050" dirty="0">
                <a:solidFill>
                  <a:schemeClr val="accent2"/>
                </a:solidFill>
              </a:rPr>
              <a:t>"ENCENDIDO</a:t>
            </a:r>
          </a:p>
          <a:p>
            <a:r>
              <a:rPr lang="en-US" sz="1050" dirty="0">
                <a:solidFill>
                  <a:schemeClr val="tx1"/>
                </a:solidFill>
              </a:rPr>
              <a:t>	</a:t>
            </a:r>
            <a:r>
              <a:rPr lang="en-US" sz="1050" dirty="0">
                <a:solidFill>
                  <a:schemeClr val="accent4"/>
                </a:solidFill>
              </a:rPr>
              <a:t>IF</a:t>
            </a:r>
            <a:r>
              <a:rPr lang="en-US" sz="1050" dirty="0">
                <a:solidFill>
                  <a:schemeClr val="tx1"/>
                </a:solidFill>
              </a:rPr>
              <a:t>  reset  </a:t>
            </a:r>
            <a:r>
              <a:rPr lang="en-US" sz="1050" dirty="0">
                <a:solidFill>
                  <a:schemeClr val="accent4"/>
                </a:solidFill>
              </a:rPr>
              <a:t>THEN</a:t>
            </a:r>
            <a:r>
              <a:rPr lang="en-US" sz="1050" dirty="0">
                <a:solidFill>
                  <a:schemeClr val="tx1"/>
                </a:solidFill>
              </a:rPr>
              <a:t> E0; </a:t>
            </a:r>
            <a:r>
              <a:rPr lang="en-US" sz="1050" dirty="0">
                <a:solidFill>
                  <a:schemeClr val="accent2"/>
                </a:solidFill>
              </a:rPr>
              <a:t>"RESET</a:t>
            </a:r>
            <a:endParaRPr lang="es-MX" sz="105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6227993" y="2050722"/>
            <a:ext cx="1270110" cy="1287020"/>
          </a:xfrm>
          <a:custGeom>
            <a:avLst/>
            <a:gdLst/>
            <a:ahLst/>
            <a:cxnLst/>
            <a:rect l="l" t="t" r="r" b="b"/>
            <a:pathLst>
              <a:path w="16449" h="16668" extrusionOk="0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65" name="Google Shape;265;p19"/>
          <p:cNvSpPr/>
          <p:nvPr/>
        </p:nvSpPr>
        <p:spPr>
          <a:xfrm rot="1473044">
            <a:off x="5073175" y="2693327"/>
            <a:ext cx="742605" cy="723364"/>
          </a:xfrm>
          <a:custGeom>
            <a:avLst/>
            <a:gdLst/>
            <a:ahLst/>
            <a:cxnLst/>
            <a:rect l="l" t="t" r="r" b="b"/>
            <a:pathLst>
              <a:path w="18737" h="18250" extrusionOk="0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982342" y="1927730"/>
            <a:ext cx="325095" cy="315909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268" name="Google Shape;268;p19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EB3C6F-14FA-4004-838E-C336E4115713}"/>
              </a:ext>
            </a:extLst>
          </p:cNvPr>
          <p:cNvSpPr txBox="1"/>
          <p:nvPr/>
        </p:nvSpPr>
        <p:spPr>
          <a:xfrm>
            <a:off x="457200" y="747868"/>
            <a:ext cx="420376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>
                <a:solidFill>
                  <a:schemeClr val="accent4"/>
                </a:solidFill>
              </a:rPr>
              <a:t>STATE</a:t>
            </a:r>
            <a:r>
              <a:rPr lang="es-MX" sz="1200" dirty="0">
                <a:solidFill>
                  <a:schemeClr val="tx1"/>
                </a:solidFill>
              </a:rPr>
              <a:t> E8:</a:t>
            </a:r>
          </a:p>
          <a:p>
            <a:r>
              <a:rPr lang="es-MX" sz="1200" dirty="0">
                <a:solidFill>
                  <a:schemeClr val="tx1"/>
                </a:solidFill>
              </a:rPr>
              <a:t>	l0 = 1;</a:t>
            </a:r>
          </a:p>
          <a:p>
            <a:r>
              <a:rPr lang="es-MX" sz="1200" dirty="0">
                <a:solidFill>
                  <a:schemeClr val="tx1"/>
                </a:solidFill>
              </a:rPr>
              <a:t>	l1 = 1;</a:t>
            </a:r>
          </a:p>
          <a:p>
            <a:r>
              <a:rPr lang="es-MX" sz="1200" dirty="0">
                <a:solidFill>
                  <a:schemeClr val="tx1"/>
                </a:solidFill>
              </a:rPr>
              <a:t>	l2 = 1;</a:t>
            </a:r>
          </a:p>
          <a:p>
            <a:r>
              <a:rPr lang="es-MX" sz="1200" dirty="0">
                <a:solidFill>
                  <a:schemeClr val="tx1"/>
                </a:solidFill>
              </a:rPr>
              <a:t>	l3 = 1;</a:t>
            </a:r>
          </a:p>
          <a:p>
            <a:r>
              <a:rPr lang="es-MX" sz="1200" dirty="0">
                <a:solidFill>
                  <a:schemeClr val="tx1"/>
                </a:solidFill>
              </a:rPr>
              <a:t>	l4 = 1;</a:t>
            </a:r>
          </a:p>
          <a:p>
            <a:r>
              <a:rPr lang="es-MX" sz="1200" dirty="0">
                <a:solidFill>
                  <a:schemeClr val="tx1"/>
                </a:solidFill>
              </a:rPr>
              <a:t>	</a:t>
            </a:r>
            <a:r>
              <a:rPr lang="es-MX" sz="1200" dirty="0">
                <a:solidFill>
                  <a:schemeClr val="accent4"/>
                </a:solidFill>
              </a:rPr>
              <a:t>IF</a:t>
            </a:r>
            <a:r>
              <a:rPr lang="es-MX" sz="1200" dirty="0">
                <a:solidFill>
                  <a:schemeClr val="tx1"/>
                </a:solidFill>
              </a:rPr>
              <a:t> !m0&amp;!m1 </a:t>
            </a:r>
            <a:r>
              <a:rPr lang="es-MX" sz="1200" dirty="0">
                <a:solidFill>
                  <a:schemeClr val="accent4"/>
                </a:solidFill>
              </a:rPr>
              <a:t>THEN</a:t>
            </a:r>
            <a:r>
              <a:rPr lang="es-MX" sz="1200" dirty="0">
                <a:solidFill>
                  <a:schemeClr val="tx1"/>
                </a:solidFill>
              </a:rPr>
              <a:t> E8; </a:t>
            </a:r>
            <a:r>
              <a:rPr lang="es-MX" sz="1200" dirty="0">
                <a:solidFill>
                  <a:schemeClr val="accent2"/>
                </a:solidFill>
              </a:rPr>
              <a:t>"PAUSA</a:t>
            </a:r>
          </a:p>
          <a:p>
            <a:r>
              <a:rPr lang="es-MX" sz="1200" dirty="0">
                <a:solidFill>
                  <a:schemeClr val="tx1"/>
                </a:solidFill>
              </a:rPr>
              <a:t>	</a:t>
            </a:r>
            <a:r>
              <a:rPr lang="es-MX" sz="1200" dirty="0">
                <a:solidFill>
                  <a:schemeClr val="accent4"/>
                </a:solidFill>
              </a:rPr>
              <a:t>IF</a:t>
            </a:r>
            <a:r>
              <a:rPr lang="es-MX" sz="1200" dirty="0">
                <a:solidFill>
                  <a:schemeClr val="tx1"/>
                </a:solidFill>
              </a:rPr>
              <a:t>  m0&amp;!m1 </a:t>
            </a:r>
            <a:r>
              <a:rPr lang="es-MX" sz="1200" dirty="0">
                <a:solidFill>
                  <a:schemeClr val="accent4"/>
                </a:solidFill>
              </a:rPr>
              <a:t>THEN</a:t>
            </a:r>
            <a:r>
              <a:rPr lang="es-MX" sz="1200" dirty="0">
                <a:solidFill>
                  <a:schemeClr val="tx1"/>
                </a:solidFill>
              </a:rPr>
              <a:t> E7; </a:t>
            </a:r>
            <a:r>
              <a:rPr lang="es-MX" sz="1200" dirty="0">
                <a:solidFill>
                  <a:schemeClr val="accent2"/>
                </a:solidFill>
              </a:rPr>
              <a:t>"M0</a:t>
            </a:r>
          </a:p>
          <a:p>
            <a:r>
              <a:rPr lang="es-MX" sz="1200" dirty="0">
                <a:solidFill>
                  <a:schemeClr val="tx1"/>
                </a:solidFill>
              </a:rPr>
              <a:t>	</a:t>
            </a:r>
            <a:r>
              <a:rPr lang="es-MX" sz="1200" dirty="0">
                <a:solidFill>
                  <a:schemeClr val="accent4"/>
                </a:solidFill>
              </a:rPr>
              <a:t>IF</a:t>
            </a:r>
            <a:r>
              <a:rPr lang="es-MX" sz="1200" dirty="0">
                <a:solidFill>
                  <a:schemeClr val="tx1"/>
                </a:solidFill>
              </a:rPr>
              <a:t> !m0&amp; m1 </a:t>
            </a:r>
            <a:r>
              <a:rPr lang="es-MX" sz="1200" dirty="0">
                <a:solidFill>
                  <a:schemeClr val="accent4"/>
                </a:solidFill>
              </a:rPr>
              <a:t>THEN </a:t>
            </a:r>
            <a:r>
              <a:rPr lang="es-MX" sz="1200" dirty="0">
                <a:solidFill>
                  <a:schemeClr val="tx1"/>
                </a:solidFill>
              </a:rPr>
              <a:t>E1; </a:t>
            </a:r>
            <a:r>
              <a:rPr lang="es-MX" sz="1200" dirty="0">
                <a:solidFill>
                  <a:schemeClr val="accent2"/>
                </a:solidFill>
              </a:rPr>
              <a:t>"M1</a:t>
            </a:r>
          </a:p>
          <a:p>
            <a:r>
              <a:rPr lang="es-MX" sz="1200" dirty="0">
                <a:solidFill>
                  <a:schemeClr val="tx1"/>
                </a:solidFill>
              </a:rPr>
              <a:t>	</a:t>
            </a:r>
            <a:r>
              <a:rPr lang="es-MX" sz="1200" dirty="0">
                <a:solidFill>
                  <a:schemeClr val="accent4"/>
                </a:solidFill>
              </a:rPr>
              <a:t>IF</a:t>
            </a:r>
            <a:r>
              <a:rPr lang="es-MX" sz="1200" dirty="0">
                <a:solidFill>
                  <a:schemeClr val="tx1"/>
                </a:solidFill>
              </a:rPr>
              <a:t>  m0&amp; m1 </a:t>
            </a:r>
            <a:r>
              <a:rPr lang="es-MX" sz="1200" dirty="0">
                <a:solidFill>
                  <a:schemeClr val="accent4"/>
                </a:solidFill>
              </a:rPr>
              <a:t>THEN</a:t>
            </a:r>
            <a:r>
              <a:rPr lang="es-MX" sz="1200" dirty="0">
                <a:solidFill>
                  <a:schemeClr val="tx1"/>
                </a:solidFill>
              </a:rPr>
              <a:t> E8; </a:t>
            </a:r>
            <a:r>
              <a:rPr lang="es-MX" sz="1200" dirty="0">
                <a:solidFill>
                  <a:schemeClr val="accent2"/>
                </a:solidFill>
              </a:rPr>
              <a:t>"ENCENDIDO</a:t>
            </a:r>
          </a:p>
          <a:p>
            <a:r>
              <a:rPr lang="es-MX" sz="1200" dirty="0">
                <a:solidFill>
                  <a:schemeClr val="tx1"/>
                </a:solidFill>
              </a:rPr>
              <a:t>	</a:t>
            </a:r>
            <a:r>
              <a:rPr lang="es-MX" sz="1200" dirty="0">
                <a:solidFill>
                  <a:schemeClr val="accent4"/>
                </a:solidFill>
              </a:rPr>
              <a:t>IF</a:t>
            </a:r>
            <a:r>
              <a:rPr lang="es-MX" sz="1200" dirty="0">
                <a:solidFill>
                  <a:schemeClr val="tx1"/>
                </a:solidFill>
              </a:rPr>
              <a:t>  reset  </a:t>
            </a:r>
            <a:r>
              <a:rPr lang="es-MX" sz="1200" dirty="0">
                <a:solidFill>
                  <a:schemeClr val="accent4"/>
                </a:solidFill>
              </a:rPr>
              <a:t>THEN</a:t>
            </a:r>
            <a:r>
              <a:rPr lang="es-MX" sz="1200" dirty="0">
                <a:solidFill>
                  <a:schemeClr val="tx1"/>
                </a:solidFill>
              </a:rPr>
              <a:t> E0; </a:t>
            </a:r>
            <a:r>
              <a:rPr lang="es-MX" sz="1200" dirty="0">
                <a:solidFill>
                  <a:schemeClr val="accent2"/>
                </a:solidFill>
              </a:rPr>
              <a:t>"RESET</a:t>
            </a:r>
          </a:p>
          <a:p>
            <a:endParaRPr lang="es-MX" sz="1200" dirty="0">
              <a:solidFill>
                <a:schemeClr val="tx1"/>
              </a:solidFill>
            </a:endParaRPr>
          </a:p>
          <a:p>
            <a:r>
              <a:rPr lang="es-MX" sz="1200" dirty="0">
                <a:solidFill>
                  <a:schemeClr val="accent4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04384" y="199526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12F17E-1155-43CD-8469-DE35030EC6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17" t="13658" b="7093"/>
          <a:stretch/>
        </p:blipFill>
        <p:spPr>
          <a:xfrm>
            <a:off x="4849731" y="339690"/>
            <a:ext cx="3128836" cy="365092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E90F948-F110-4148-ADC9-4BBE36B9F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41" y="1632000"/>
            <a:ext cx="3298222" cy="12254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4A951CB-D592-4677-8674-C0445E7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13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EAC88B-CD62-4CC2-9234-45C874A2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6" y="490699"/>
            <a:ext cx="5054783" cy="35540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07D072-4D17-41B0-BC25-5ABB2C3A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81" y="831975"/>
            <a:ext cx="3694496" cy="28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80383"/>
      </p:ext>
    </p:extLst>
  </p:cSld>
  <p:clrMapOvr>
    <a:masterClrMapping/>
  </p:clrMapOvr>
</p:sld>
</file>

<file path=ppt/theme/theme1.xml><?xml version="1.0" encoding="utf-8"?>
<a:theme xmlns:a="http://schemas.openxmlformats.org/drawingml/2006/main" name="Osric template">
  <a:themeElements>
    <a:clrScheme name="Custom 347">
      <a:dk1>
        <a:srgbClr val="FFFFFF"/>
      </a:dk1>
      <a:lt1>
        <a:srgbClr val="24272E"/>
      </a:lt1>
      <a:dk2>
        <a:srgbClr val="C6C8D6"/>
      </a:dk2>
      <a:lt2>
        <a:srgbClr val="6B707C"/>
      </a:lt2>
      <a:accent1>
        <a:srgbClr val="FFDD41"/>
      </a:accent1>
      <a:accent2>
        <a:srgbClr val="8CE444"/>
      </a:accent2>
      <a:accent3>
        <a:srgbClr val="5FDEF0"/>
      </a:accent3>
      <a:accent4>
        <a:srgbClr val="7598FF"/>
      </a:accent4>
      <a:accent5>
        <a:srgbClr val="BA64E0"/>
      </a:accent5>
      <a:accent6>
        <a:srgbClr val="FF594C"/>
      </a:accent6>
      <a:hlink>
        <a:srgbClr val="CCDB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Presentación en pantalla (16:9)</PresentationFormat>
  <Paragraphs>192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Nunito</vt:lpstr>
      <vt:lpstr>Walter Turncoat</vt:lpstr>
      <vt:lpstr>Arial</vt:lpstr>
      <vt:lpstr>Century Gothic</vt:lpstr>
      <vt:lpstr>Calibri</vt:lpstr>
      <vt:lpstr>Osric template</vt:lpstr>
      <vt:lpstr>PROYECTO INTEGRADOR DE APRENDIZAJE</vt:lpstr>
      <vt:lpstr>Presentación de PowerPoint</vt:lpstr>
      <vt:lpstr>Presentación de PowerPoint</vt:lpstr>
      <vt:lpstr>Presentación de PowerPoint</vt:lpstr>
      <vt:lpstr>Presentación de PowerPoint</vt:lpstr>
      <vt:lpstr>DECLARACIONES</vt:lpstr>
      <vt:lpstr>Presentación de PowerPoint</vt:lpstr>
      <vt:lpstr>ESTADOS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DE APRENDIZAJE</dc:title>
  <dc:creator>Israel</dc:creator>
  <cp:lastModifiedBy>ISRAEL ALEJANDRO MARTINEZ MARTINEZ</cp:lastModifiedBy>
  <cp:revision>1</cp:revision>
  <dcterms:modified xsi:type="dcterms:W3CDTF">2021-11-23T08:53:18Z</dcterms:modified>
</cp:coreProperties>
</file>